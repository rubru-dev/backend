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2" r:id="rId3"/>
    <p:sldId id="274" r:id="rId4"/>
    <p:sldId id="275" r:id="rId5"/>
    <p:sldId id="276" r:id="rId6"/>
    <p:sldId id="277" r:id="rId7"/>
    <p:sldId id="273" r:id="rId8"/>
    <p:sldId id="278" r:id="rId9"/>
    <p:sldId id="267" r:id="rId10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60"/>
  </p:normalViewPr>
  <p:slideViewPr>
    <p:cSldViewPr>
      <p:cViewPr varScale="1">
        <p:scale>
          <a:sx n="53" d="100"/>
          <a:sy n="53" d="100"/>
        </p:scale>
        <p:origin x="1651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0" dirty="0"/>
              <a:t>Pest</a:t>
            </a:r>
            <a:r>
              <a:rPr spc="-70" dirty="0"/>
              <a:t> </a:t>
            </a:r>
            <a:r>
              <a:rPr spc="-55" dirty="0"/>
              <a:t>Control</a:t>
            </a:r>
            <a:r>
              <a:rPr spc="-35" dirty="0"/>
              <a:t> </a:t>
            </a:r>
            <a:r>
              <a:rPr spc="-25" dirty="0"/>
              <a:t>Management</a:t>
            </a:r>
            <a:r>
              <a:rPr spc="-85" dirty="0"/>
              <a:t> </a:t>
            </a:r>
            <a:r>
              <a:rPr spc="-65" dirty="0"/>
              <a:t>Proposal</a:t>
            </a:r>
            <a:r>
              <a:rPr spc="-55" dirty="0"/>
              <a:t> </a:t>
            </a:r>
            <a:r>
              <a:rPr spc="-100" dirty="0"/>
              <a:t>PT.</a:t>
            </a:r>
            <a:r>
              <a:rPr spc="-60" dirty="0"/>
              <a:t> </a:t>
            </a:r>
            <a:r>
              <a:rPr spc="-35" dirty="0"/>
              <a:t>Fumakilla</a:t>
            </a:r>
            <a:r>
              <a:rPr spc="-50" dirty="0"/>
              <a:t> Indonesia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0" dirty="0"/>
              <a:t>Pest</a:t>
            </a:r>
            <a:r>
              <a:rPr spc="-70" dirty="0"/>
              <a:t> </a:t>
            </a:r>
            <a:r>
              <a:rPr spc="-55" dirty="0"/>
              <a:t>Control</a:t>
            </a:r>
            <a:r>
              <a:rPr spc="-35" dirty="0"/>
              <a:t> </a:t>
            </a:r>
            <a:r>
              <a:rPr spc="-25" dirty="0"/>
              <a:t>Management</a:t>
            </a:r>
            <a:r>
              <a:rPr spc="-85" dirty="0"/>
              <a:t> </a:t>
            </a:r>
            <a:r>
              <a:rPr spc="-65" dirty="0"/>
              <a:t>Proposal</a:t>
            </a:r>
            <a:r>
              <a:rPr spc="-55" dirty="0"/>
              <a:t> </a:t>
            </a:r>
            <a:r>
              <a:rPr spc="-100" dirty="0"/>
              <a:t>PT.</a:t>
            </a:r>
            <a:r>
              <a:rPr spc="-60" dirty="0"/>
              <a:t> </a:t>
            </a:r>
            <a:r>
              <a:rPr spc="-35" dirty="0"/>
              <a:t>Fumakilla</a:t>
            </a:r>
            <a:r>
              <a:rPr spc="-50" dirty="0"/>
              <a:t> Indonesia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0" dirty="0"/>
              <a:t>Pest</a:t>
            </a:r>
            <a:r>
              <a:rPr spc="-70" dirty="0"/>
              <a:t> </a:t>
            </a:r>
            <a:r>
              <a:rPr spc="-55" dirty="0"/>
              <a:t>Control</a:t>
            </a:r>
            <a:r>
              <a:rPr spc="-35" dirty="0"/>
              <a:t> </a:t>
            </a:r>
            <a:r>
              <a:rPr spc="-25" dirty="0"/>
              <a:t>Management</a:t>
            </a:r>
            <a:r>
              <a:rPr spc="-85" dirty="0"/>
              <a:t> </a:t>
            </a:r>
            <a:r>
              <a:rPr spc="-65" dirty="0"/>
              <a:t>Proposal</a:t>
            </a:r>
            <a:r>
              <a:rPr spc="-55" dirty="0"/>
              <a:t> </a:t>
            </a:r>
            <a:r>
              <a:rPr spc="-100" dirty="0"/>
              <a:t>PT.</a:t>
            </a:r>
            <a:r>
              <a:rPr spc="-60" dirty="0"/>
              <a:t> </a:t>
            </a:r>
            <a:r>
              <a:rPr spc="-35" dirty="0"/>
              <a:t>Fumakilla</a:t>
            </a:r>
            <a:r>
              <a:rPr spc="-50" dirty="0"/>
              <a:t> Indonesia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0" dirty="0"/>
              <a:t>Pest</a:t>
            </a:r>
            <a:r>
              <a:rPr spc="-70" dirty="0"/>
              <a:t> </a:t>
            </a:r>
            <a:r>
              <a:rPr spc="-55" dirty="0"/>
              <a:t>Control</a:t>
            </a:r>
            <a:r>
              <a:rPr spc="-35" dirty="0"/>
              <a:t> </a:t>
            </a:r>
            <a:r>
              <a:rPr spc="-25" dirty="0"/>
              <a:t>Management</a:t>
            </a:r>
            <a:r>
              <a:rPr spc="-85" dirty="0"/>
              <a:t> </a:t>
            </a:r>
            <a:r>
              <a:rPr spc="-65" dirty="0"/>
              <a:t>Proposal</a:t>
            </a:r>
            <a:r>
              <a:rPr spc="-55" dirty="0"/>
              <a:t> </a:t>
            </a:r>
            <a:r>
              <a:rPr spc="-100" dirty="0"/>
              <a:t>PT.</a:t>
            </a:r>
            <a:r>
              <a:rPr spc="-60" dirty="0"/>
              <a:t> </a:t>
            </a:r>
            <a:r>
              <a:rPr spc="-35" dirty="0"/>
              <a:t>Fumakilla</a:t>
            </a:r>
            <a:r>
              <a:rPr spc="-50" dirty="0"/>
              <a:t> Indonesia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283200" y="3435349"/>
            <a:ext cx="7721600" cy="4038600"/>
          </a:xfrm>
          <a:custGeom>
            <a:avLst/>
            <a:gdLst/>
            <a:ahLst/>
            <a:cxnLst/>
            <a:rect l="l" t="t" r="r" b="b"/>
            <a:pathLst>
              <a:path w="7721600" h="4038600">
                <a:moveTo>
                  <a:pt x="7721600" y="0"/>
                </a:moveTo>
                <a:lnTo>
                  <a:pt x="1143000" y="0"/>
                </a:lnTo>
                <a:lnTo>
                  <a:pt x="1143000" y="2051050"/>
                </a:lnTo>
                <a:lnTo>
                  <a:pt x="0" y="2051050"/>
                </a:lnTo>
                <a:lnTo>
                  <a:pt x="0" y="4038600"/>
                </a:lnTo>
                <a:lnTo>
                  <a:pt x="1143000" y="4038600"/>
                </a:lnTo>
                <a:lnTo>
                  <a:pt x="7721600" y="4038600"/>
                </a:lnTo>
                <a:lnTo>
                  <a:pt x="77216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91994"/>
            <a:ext cx="8292192" cy="592518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3602" y="1371600"/>
            <a:ext cx="3581668" cy="1447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0" dirty="0"/>
              <a:t>Pest</a:t>
            </a:r>
            <a:r>
              <a:rPr spc="-70" dirty="0"/>
              <a:t> </a:t>
            </a:r>
            <a:r>
              <a:rPr spc="-55" dirty="0"/>
              <a:t>Control</a:t>
            </a:r>
            <a:r>
              <a:rPr spc="-35" dirty="0"/>
              <a:t> </a:t>
            </a:r>
            <a:r>
              <a:rPr spc="-25" dirty="0"/>
              <a:t>Management</a:t>
            </a:r>
            <a:r>
              <a:rPr spc="-85" dirty="0"/>
              <a:t> </a:t>
            </a:r>
            <a:r>
              <a:rPr spc="-65" dirty="0"/>
              <a:t>Proposal</a:t>
            </a:r>
            <a:r>
              <a:rPr spc="-55" dirty="0"/>
              <a:t> </a:t>
            </a:r>
            <a:r>
              <a:rPr spc="-100" dirty="0"/>
              <a:t>PT.</a:t>
            </a:r>
            <a:r>
              <a:rPr spc="-60" dirty="0"/>
              <a:t> </a:t>
            </a:r>
            <a:r>
              <a:rPr spc="-35" dirty="0"/>
              <a:t>Fumakilla</a:t>
            </a:r>
            <a:r>
              <a:rPr spc="-50" dirty="0"/>
              <a:t> Indonesia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00" y="1295399"/>
            <a:ext cx="10074275" cy="0"/>
          </a:xfrm>
          <a:custGeom>
            <a:avLst/>
            <a:gdLst/>
            <a:ahLst/>
            <a:cxnLst/>
            <a:rect l="l" t="t" r="r" b="b"/>
            <a:pathLst>
              <a:path w="10074275">
                <a:moveTo>
                  <a:pt x="0" y="0"/>
                </a:moveTo>
                <a:lnTo>
                  <a:pt x="10074148" y="0"/>
                </a:lnTo>
              </a:path>
            </a:pathLst>
          </a:custGeom>
          <a:ln w="57150">
            <a:solidFill>
              <a:srgbClr val="1F38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24718" y="304774"/>
            <a:ext cx="2578480" cy="99519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65950" y="9296400"/>
            <a:ext cx="6541770" cy="0"/>
          </a:xfrm>
          <a:custGeom>
            <a:avLst/>
            <a:gdLst/>
            <a:ahLst/>
            <a:cxnLst/>
            <a:rect l="l" t="t" r="r" b="b"/>
            <a:pathLst>
              <a:path w="6541770">
                <a:moveTo>
                  <a:pt x="0" y="0"/>
                </a:moveTo>
                <a:lnTo>
                  <a:pt x="6541249" y="0"/>
                </a:lnTo>
              </a:path>
            </a:pathLst>
          </a:custGeom>
          <a:ln w="57150">
            <a:solidFill>
              <a:srgbClr val="1F38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8208" y="438658"/>
            <a:ext cx="12508382" cy="741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660" y="1898650"/>
            <a:ext cx="12128500" cy="402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438" y="9328286"/>
            <a:ext cx="6508115" cy="273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60" dirty="0"/>
              <a:t>Pest</a:t>
            </a:r>
            <a:r>
              <a:rPr spc="-70" dirty="0"/>
              <a:t> </a:t>
            </a:r>
            <a:r>
              <a:rPr spc="-55" dirty="0"/>
              <a:t>Control</a:t>
            </a:r>
            <a:r>
              <a:rPr spc="-35" dirty="0"/>
              <a:t> </a:t>
            </a:r>
            <a:r>
              <a:rPr spc="-25" dirty="0"/>
              <a:t>Management</a:t>
            </a:r>
            <a:r>
              <a:rPr spc="-85" dirty="0"/>
              <a:t> </a:t>
            </a:r>
            <a:r>
              <a:rPr spc="-65" dirty="0"/>
              <a:t>Proposal</a:t>
            </a:r>
            <a:r>
              <a:rPr spc="-55" dirty="0"/>
              <a:t> </a:t>
            </a:r>
            <a:r>
              <a:rPr spc="-100" dirty="0"/>
              <a:t>PT.</a:t>
            </a:r>
            <a:r>
              <a:rPr spc="-60" dirty="0"/>
              <a:t> </a:t>
            </a:r>
            <a:r>
              <a:rPr spc="-35" dirty="0"/>
              <a:t>Fumakilla</a:t>
            </a:r>
            <a:r>
              <a:rPr spc="-50" dirty="0"/>
              <a:t> Indonesia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01981" y="9095583"/>
            <a:ext cx="259079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0996" y="228600"/>
            <a:ext cx="2967036" cy="12192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782231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" y="2331846"/>
            <a:ext cx="13004800" cy="1036822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sz="6600" spc="-515" dirty="0"/>
              <a:t>PEST</a:t>
            </a:r>
            <a:r>
              <a:rPr sz="6600" spc="-50" dirty="0"/>
              <a:t> </a:t>
            </a:r>
            <a:r>
              <a:rPr sz="6600" spc="-625" dirty="0"/>
              <a:t>CONTROL</a:t>
            </a:r>
            <a:r>
              <a:rPr sz="6600" spc="-45" dirty="0"/>
              <a:t> </a:t>
            </a:r>
            <a:r>
              <a:rPr lang="en-US" sz="6600" spc="-550" dirty="0"/>
              <a:t>REPORT</a:t>
            </a:r>
            <a:endParaRPr sz="6600" dirty="0"/>
          </a:p>
        </p:txBody>
      </p:sp>
      <p:sp>
        <p:nvSpPr>
          <p:cNvPr id="15" name="object 15"/>
          <p:cNvSpPr txBox="1"/>
          <p:nvPr/>
        </p:nvSpPr>
        <p:spPr>
          <a:xfrm>
            <a:off x="2442400" y="5249987"/>
            <a:ext cx="8236584" cy="1154803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lang="en-GB" sz="4800" b="1" dirty="0">
                <a:latin typeface="+mn-lt"/>
              </a:rPr>
              <a:t>Nama Customer (Nama PT)</a:t>
            </a: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lang="nn-NO" sz="2000" dirty="0"/>
              <a:t>Alamat Customer</a:t>
            </a:r>
            <a:endParaRPr lang="en-GB" sz="2800" b="1" dirty="0">
              <a:latin typeface="+mn-l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13805" y="4208207"/>
            <a:ext cx="3771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25" dirty="0">
                <a:latin typeface="Constantia"/>
                <a:cs typeface="Constantia"/>
              </a:rPr>
              <a:t>for</a:t>
            </a:r>
            <a:endParaRPr sz="20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/>
              <a:t>Rodent Control</a:t>
            </a:r>
            <a:endParaRPr sz="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F2F221-6107-5D7A-91EC-4D02103D8267}"/>
              </a:ext>
            </a:extLst>
          </p:cNvPr>
          <p:cNvSpPr txBox="1"/>
          <p:nvPr/>
        </p:nvSpPr>
        <p:spPr>
          <a:xfrm>
            <a:off x="6502400" y="4388738"/>
            <a:ext cx="633076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Analisa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Corrective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Rekomendasi</a:t>
            </a:r>
            <a:r>
              <a:rPr lang="en-US" b="1" dirty="0"/>
              <a:t> :</a:t>
            </a:r>
          </a:p>
          <a:p>
            <a:r>
              <a:rPr lang="en-US" dirty="0"/>
              <a:t>…….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CAE8B-B3B5-E36B-3BBF-C973DDC88428}"/>
              </a:ext>
            </a:extLst>
          </p:cNvPr>
          <p:cNvSpPr/>
          <p:nvPr/>
        </p:nvSpPr>
        <p:spPr>
          <a:xfrm>
            <a:off x="6502399" y="1502448"/>
            <a:ext cx="6330769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Sajikan</a:t>
            </a:r>
            <a:r>
              <a:rPr lang="en-US" dirty="0">
                <a:solidFill>
                  <a:schemeClr val="tx1"/>
                </a:solidFill>
              </a:rPr>
              <a:t> data 3 </a:t>
            </a:r>
            <a:r>
              <a:rPr lang="en-US" dirty="0" err="1">
                <a:solidFill>
                  <a:schemeClr val="tx1"/>
                </a:solidFill>
              </a:rPr>
              <a:t>bulan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terakhir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CFF646-5E0B-6D24-69B9-632F7B4E091A}"/>
              </a:ext>
            </a:extLst>
          </p:cNvPr>
          <p:cNvSpPr/>
          <p:nvPr/>
        </p:nvSpPr>
        <p:spPr>
          <a:xfrm>
            <a:off x="152400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DCEA5A-C01E-ED30-4774-AA68DC77516F}"/>
              </a:ext>
            </a:extLst>
          </p:cNvPr>
          <p:cNvSpPr/>
          <p:nvPr/>
        </p:nvSpPr>
        <p:spPr>
          <a:xfrm>
            <a:off x="3465286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333015-3C57-53E9-0498-D5F702A4F86F}"/>
              </a:ext>
            </a:extLst>
          </p:cNvPr>
          <p:cNvSpPr/>
          <p:nvPr/>
        </p:nvSpPr>
        <p:spPr>
          <a:xfrm>
            <a:off x="152400" y="1502448"/>
            <a:ext cx="6005286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Masukkan layout dan </a:t>
            </a:r>
            <a:r>
              <a:rPr lang="en-US" dirty="0" err="1">
                <a:solidFill>
                  <a:schemeClr val="tx1"/>
                </a:solidFill>
              </a:rPr>
              <a:t>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tangkapannya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A73591-A388-33A4-A893-3A78379A4269}"/>
              </a:ext>
            </a:extLst>
          </p:cNvPr>
          <p:cNvSpPr/>
          <p:nvPr/>
        </p:nvSpPr>
        <p:spPr>
          <a:xfrm>
            <a:off x="152400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B14250-09CF-5035-AE96-13A42F270018}"/>
              </a:ext>
            </a:extLst>
          </p:cNvPr>
          <p:cNvSpPr/>
          <p:nvPr/>
        </p:nvSpPr>
        <p:spPr>
          <a:xfrm>
            <a:off x="3465286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83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/>
              <a:t>Shrew Control</a:t>
            </a:r>
            <a:endParaRPr sz="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98F2C-D9F7-AF9F-4354-B980186A6EF5}"/>
              </a:ext>
            </a:extLst>
          </p:cNvPr>
          <p:cNvSpPr txBox="1"/>
          <p:nvPr/>
        </p:nvSpPr>
        <p:spPr>
          <a:xfrm>
            <a:off x="6502400" y="4388738"/>
            <a:ext cx="633076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Analisa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Corrective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Rekomendasi</a:t>
            </a:r>
            <a:r>
              <a:rPr lang="en-US" b="1" dirty="0"/>
              <a:t> :</a:t>
            </a:r>
          </a:p>
          <a:p>
            <a:r>
              <a:rPr lang="en-US" dirty="0"/>
              <a:t>…….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4363A8-47E7-EA40-85AC-BFC275D86F26}"/>
              </a:ext>
            </a:extLst>
          </p:cNvPr>
          <p:cNvSpPr/>
          <p:nvPr/>
        </p:nvSpPr>
        <p:spPr>
          <a:xfrm>
            <a:off x="6502399" y="1502448"/>
            <a:ext cx="6330769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Sajikan</a:t>
            </a:r>
            <a:r>
              <a:rPr lang="en-US" dirty="0">
                <a:solidFill>
                  <a:schemeClr val="tx1"/>
                </a:solidFill>
              </a:rPr>
              <a:t> data 3 </a:t>
            </a:r>
            <a:r>
              <a:rPr lang="en-US" dirty="0" err="1">
                <a:solidFill>
                  <a:schemeClr val="tx1"/>
                </a:solidFill>
              </a:rPr>
              <a:t>bulan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terakhir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4B4EF3-0784-E0E7-CB80-931C4E6830AA}"/>
              </a:ext>
            </a:extLst>
          </p:cNvPr>
          <p:cNvSpPr/>
          <p:nvPr/>
        </p:nvSpPr>
        <p:spPr>
          <a:xfrm>
            <a:off x="152400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276584-2F86-7AC6-79D4-07E207554A26}"/>
              </a:ext>
            </a:extLst>
          </p:cNvPr>
          <p:cNvSpPr/>
          <p:nvPr/>
        </p:nvSpPr>
        <p:spPr>
          <a:xfrm>
            <a:off x="3465286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27616B-6C7B-3951-CDF8-2C1A40ABD3BB}"/>
              </a:ext>
            </a:extLst>
          </p:cNvPr>
          <p:cNvSpPr/>
          <p:nvPr/>
        </p:nvSpPr>
        <p:spPr>
          <a:xfrm>
            <a:off x="152400" y="1502448"/>
            <a:ext cx="6005286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Masukkan layout dan </a:t>
            </a:r>
            <a:r>
              <a:rPr lang="en-US" dirty="0" err="1">
                <a:solidFill>
                  <a:schemeClr val="tx1"/>
                </a:solidFill>
              </a:rPr>
              <a:t>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tangkapannya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B890D1-3CFF-E49C-1983-117287257FA0}"/>
              </a:ext>
            </a:extLst>
          </p:cNvPr>
          <p:cNvSpPr/>
          <p:nvPr/>
        </p:nvSpPr>
        <p:spPr>
          <a:xfrm>
            <a:off x="152400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F426D9-826E-3684-DEBB-B3240DC84C53}"/>
              </a:ext>
            </a:extLst>
          </p:cNvPr>
          <p:cNvSpPr/>
          <p:nvPr/>
        </p:nvSpPr>
        <p:spPr>
          <a:xfrm>
            <a:off x="3465286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70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/>
              <a:t>Flies Control</a:t>
            </a:r>
            <a:endParaRPr sz="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4D494-A875-C2CE-913F-5C018BC0EC34}"/>
              </a:ext>
            </a:extLst>
          </p:cNvPr>
          <p:cNvSpPr txBox="1"/>
          <p:nvPr/>
        </p:nvSpPr>
        <p:spPr>
          <a:xfrm>
            <a:off x="6502400" y="4388738"/>
            <a:ext cx="633076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Analisa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Corrective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Rekomendasi</a:t>
            </a:r>
            <a:r>
              <a:rPr lang="en-US" b="1" dirty="0"/>
              <a:t> :</a:t>
            </a:r>
          </a:p>
          <a:p>
            <a:r>
              <a:rPr lang="en-US" dirty="0"/>
              <a:t>…….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B2327-3C71-3787-5483-E35B34D4CCBA}"/>
              </a:ext>
            </a:extLst>
          </p:cNvPr>
          <p:cNvSpPr/>
          <p:nvPr/>
        </p:nvSpPr>
        <p:spPr>
          <a:xfrm>
            <a:off x="6502399" y="1502448"/>
            <a:ext cx="6330769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Sajikan</a:t>
            </a:r>
            <a:r>
              <a:rPr lang="en-US" dirty="0">
                <a:solidFill>
                  <a:schemeClr val="tx1"/>
                </a:solidFill>
              </a:rPr>
              <a:t> data 3 </a:t>
            </a:r>
            <a:r>
              <a:rPr lang="en-US" dirty="0" err="1">
                <a:solidFill>
                  <a:schemeClr val="tx1"/>
                </a:solidFill>
              </a:rPr>
              <a:t>bulan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terakhir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2AE17C-3559-7810-E621-7F2CAEB17794}"/>
              </a:ext>
            </a:extLst>
          </p:cNvPr>
          <p:cNvSpPr/>
          <p:nvPr/>
        </p:nvSpPr>
        <p:spPr>
          <a:xfrm>
            <a:off x="152400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B4EE9B-9239-8DE9-65B7-30E765A875D5}"/>
              </a:ext>
            </a:extLst>
          </p:cNvPr>
          <p:cNvSpPr/>
          <p:nvPr/>
        </p:nvSpPr>
        <p:spPr>
          <a:xfrm>
            <a:off x="3465286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ED45E6-B428-E3D7-A9A8-CEFA219E4C59}"/>
              </a:ext>
            </a:extLst>
          </p:cNvPr>
          <p:cNvSpPr/>
          <p:nvPr/>
        </p:nvSpPr>
        <p:spPr>
          <a:xfrm>
            <a:off x="152400" y="1502448"/>
            <a:ext cx="6005286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Masukkan layout dan </a:t>
            </a:r>
            <a:r>
              <a:rPr lang="en-US" dirty="0" err="1">
                <a:solidFill>
                  <a:schemeClr val="tx1"/>
                </a:solidFill>
              </a:rPr>
              <a:t>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tangkapannya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62982-219E-E715-D3E3-D8BDF002AD6F}"/>
              </a:ext>
            </a:extLst>
          </p:cNvPr>
          <p:cNvSpPr/>
          <p:nvPr/>
        </p:nvSpPr>
        <p:spPr>
          <a:xfrm>
            <a:off x="152400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F8A241-4DEF-DA91-9A4F-2F0BCC666DDF}"/>
              </a:ext>
            </a:extLst>
          </p:cNvPr>
          <p:cNvSpPr/>
          <p:nvPr/>
        </p:nvSpPr>
        <p:spPr>
          <a:xfrm>
            <a:off x="3465286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69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/>
              <a:t>Cat Control</a:t>
            </a:r>
            <a:endParaRPr sz="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5F4E9-F1AB-68F4-FF54-E01EFE6C3F88}"/>
              </a:ext>
            </a:extLst>
          </p:cNvPr>
          <p:cNvSpPr txBox="1"/>
          <p:nvPr/>
        </p:nvSpPr>
        <p:spPr>
          <a:xfrm>
            <a:off x="6502400" y="4388738"/>
            <a:ext cx="633076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Analisa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Corrective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Rekomendasi</a:t>
            </a:r>
            <a:r>
              <a:rPr lang="en-US" b="1" dirty="0"/>
              <a:t> :</a:t>
            </a:r>
          </a:p>
          <a:p>
            <a:r>
              <a:rPr lang="en-US" dirty="0"/>
              <a:t>…….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96ECAC-B2CC-7545-51B4-847570657F66}"/>
              </a:ext>
            </a:extLst>
          </p:cNvPr>
          <p:cNvSpPr/>
          <p:nvPr/>
        </p:nvSpPr>
        <p:spPr>
          <a:xfrm>
            <a:off x="6502399" y="1502448"/>
            <a:ext cx="6330769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Sajikan</a:t>
            </a:r>
            <a:r>
              <a:rPr lang="en-US" dirty="0">
                <a:solidFill>
                  <a:schemeClr val="tx1"/>
                </a:solidFill>
              </a:rPr>
              <a:t> data 3 </a:t>
            </a:r>
            <a:r>
              <a:rPr lang="en-US" dirty="0" err="1">
                <a:solidFill>
                  <a:schemeClr val="tx1"/>
                </a:solidFill>
              </a:rPr>
              <a:t>bulan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terakhir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1051C-6C55-01ED-5C87-4EF99572F3F7}"/>
              </a:ext>
            </a:extLst>
          </p:cNvPr>
          <p:cNvSpPr/>
          <p:nvPr/>
        </p:nvSpPr>
        <p:spPr>
          <a:xfrm>
            <a:off x="152400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3FA62F-4FBF-7067-860D-11630AB4DD17}"/>
              </a:ext>
            </a:extLst>
          </p:cNvPr>
          <p:cNvSpPr/>
          <p:nvPr/>
        </p:nvSpPr>
        <p:spPr>
          <a:xfrm>
            <a:off x="3465286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328C12-2DA7-8FD3-70ED-17F4F7F37637}"/>
              </a:ext>
            </a:extLst>
          </p:cNvPr>
          <p:cNvSpPr/>
          <p:nvPr/>
        </p:nvSpPr>
        <p:spPr>
          <a:xfrm>
            <a:off x="152400" y="1502448"/>
            <a:ext cx="6005286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Masukkan layout dan </a:t>
            </a:r>
            <a:r>
              <a:rPr lang="en-US" dirty="0" err="1">
                <a:solidFill>
                  <a:schemeClr val="tx1"/>
                </a:solidFill>
              </a:rPr>
              <a:t>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tangkapannya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393559-368E-259B-97C0-E8983DC9D451}"/>
              </a:ext>
            </a:extLst>
          </p:cNvPr>
          <p:cNvSpPr/>
          <p:nvPr/>
        </p:nvSpPr>
        <p:spPr>
          <a:xfrm>
            <a:off x="152400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1D5A5-C364-69EA-1ED1-1CDEED23984F}"/>
              </a:ext>
            </a:extLst>
          </p:cNvPr>
          <p:cNvSpPr/>
          <p:nvPr/>
        </p:nvSpPr>
        <p:spPr>
          <a:xfrm>
            <a:off x="3465286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9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/>
              <a:t>Crawling Pest Control</a:t>
            </a:r>
            <a:endParaRPr sz="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ACDDC-3E3D-1075-61E4-D8BEE7F4F0CA}"/>
              </a:ext>
            </a:extLst>
          </p:cNvPr>
          <p:cNvSpPr txBox="1"/>
          <p:nvPr/>
        </p:nvSpPr>
        <p:spPr>
          <a:xfrm>
            <a:off x="6502400" y="4388738"/>
            <a:ext cx="633076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Analisa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Corrective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Rekomendasi</a:t>
            </a:r>
            <a:r>
              <a:rPr lang="en-US" b="1" dirty="0"/>
              <a:t> :</a:t>
            </a:r>
          </a:p>
          <a:p>
            <a:r>
              <a:rPr lang="en-US" dirty="0"/>
              <a:t>…….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7FE838-2EDF-AA02-4B0A-B5A32AC334E4}"/>
              </a:ext>
            </a:extLst>
          </p:cNvPr>
          <p:cNvSpPr/>
          <p:nvPr/>
        </p:nvSpPr>
        <p:spPr>
          <a:xfrm>
            <a:off x="6502399" y="1502448"/>
            <a:ext cx="6330769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Sajikan</a:t>
            </a:r>
            <a:r>
              <a:rPr lang="en-US" dirty="0">
                <a:solidFill>
                  <a:schemeClr val="tx1"/>
                </a:solidFill>
              </a:rPr>
              <a:t> data 3 </a:t>
            </a:r>
            <a:r>
              <a:rPr lang="en-US" dirty="0" err="1">
                <a:solidFill>
                  <a:schemeClr val="tx1"/>
                </a:solidFill>
              </a:rPr>
              <a:t>bulan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terakhir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1781D-B894-D661-6DE6-6332FB641E0A}"/>
              </a:ext>
            </a:extLst>
          </p:cNvPr>
          <p:cNvSpPr/>
          <p:nvPr/>
        </p:nvSpPr>
        <p:spPr>
          <a:xfrm>
            <a:off x="152400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C8410A-985F-3A3B-F9C6-225B25D3324E}"/>
              </a:ext>
            </a:extLst>
          </p:cNvPr>
          <p:cNvSpPr/>
          <p:nvPr/>
        </p:nvSpPr>
        <p:spPr>
          <a:xfrm>
            <a:off x="3465286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5C4CA2-8E45-63E6-410B-92507492F62D}"/>
              </a:ext>
            </a:extLst>
          </p:cNvPr>
          <p:cNvSpPr/>
          <p:nvPr/>
        </p:nvSpPr>
        <p:spPr>
          <a:xfrm>
            <a:off x="152400" y="1502448"/>
            <a:ext cx="6005286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Masukkan layout dan </a:t>
            </a:r>
            <a:r>
              <a:rPr lang="en-US" dirty="0" err="1">
                <a:solidFill>
                  <a:schemeClr val="tx1"/>
                </a:solidFill>
              </a:rPr>
              <a:t>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tangkapannya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72897C-6B06-8F6D-34C2-E03E97376C9E}"/>
              </a:ext>
            </a:extLst>
          </p:cNvPr>
          <p:cNvSpPr/>
          <p:nvPr/>
        </p:nvSpPr>
        <p:spPr>
          <a:xfrm>
            <a:off x="152400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9DDDC5-AE35-CCB9-C3FE-B85137B88861}"/>
              </a:ext>
            </a:extLst>
          </p:cNvPr>
          <p:cNvSpPr/>
          <p:nvPr/>
        </p:nvSpPr>
        <p:spPr>
          <a:xfrm>
            <a:off x="3465286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67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/>
              <a:t>Snake Control</a:t>
            </a:r>
            <a:endParaRPr sz="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27BC34-5396-835B-33B6-7904CEEA717E}"/>
              </a:ext>
            </a:extLst>
          </p:cNvPr>
          <p:cNvSpPr txBox="1"/>
          <p:nvPr/>
        </p:nvSpPr>
        <p:spPr>
          <a:xfrm>
            <a:off x="6502400" y="4388738"/>
            <a:ext cx="6330769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Analisa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Corrective Action :</a:t>
            </a:r>
          </a:p>
          <a:p>
            <a:r>
              <a:rPr lang="en-US" dirty="0"/>
              <a:t>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Rekomendasi</a:t>
            </a:r>
            <a:r>
              <a:rPr lang="en-US" b="1" dirty="0"/>
              <a:t> :</a:t>
            </a:r>
          </a:p>
          <a:p>
            <a:r>
              <a:rPr lang="en-US" dirty="0"/>
              <a:t>…….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BF011F-F6E0-0E99-0C86-CFF76FE7D65D}"/>
              </a:ext>
            </a:extLst>
          </p:cNvPr>
          <p:cNvSpPr/>
          <p:nvPr/>
        </p:nvSpPr>
        <p:spPr>
          <a:xfrm>
            <a:off x="6502399" y="1502448"/>
            <a:ext cx="6330769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Sajikan</a:t>
            </a:r>
            <a:r>
              <a:rPr lang="en-US" dirty="0">
                <a:solidFill>
                  <a:schemeClr val="tx1"/>
                </a:solidFill>
              </a:rPr>
              <a:t> data 3 </a:t>
            </a:r>
            <a:r>
              <a:rPr lang="en-US" dirty="0" err="1">
                <a:solidFill>
                  <a:schemeClr val="tx1"/>
                </a:solidFill>
              </a:rPr>
              <a:t>bulan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terakhir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DB35F-038B-B8AB-C108-47EF1E85757A}"/>
              </a:ext>
            </a:extLst>
          </p:cNvPr>
          <p:cNvSpPr/>
          <p:nvPr/>
        </p:nvSpPr>
        <p:spPr>
          <a:xfrm>
            <a:off x="152400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F51E27-73C9-BD70-920F-78FD873C2FE0}"/>
              </a:ext>
            </a:extLst>
          </p:cNvPr>
          <p:cNvSpPr/>
          <p:nvPr/>
        </p:nvSpPr>
        <p:spPr>
          <a:xfrm>
            <a:off x="3465286" y="4398048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2C26A9-7F4D-70C3-CF11-097C9CE05D48}"/>
              </a:ext>
            </a:extLst>
          </p:cNvPr>
          <p:cNvSpPr/>
          <p:nvPr/>
        </p:nvSpPr>
        <p:spPr>
          <a:xfrm>
            <a:off x="152400" y="1502448"/>
            <a:ext cx="6005286" cy="2688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Masukkan layout dan </a:t>
            </a:r>
            <a:r>
              <a:rPr lang="en-US" dirty="0" err="1">
                <a:solidFill>
                  <a:schemeClr val="tx1"/>
                </a:solidFill>
              </a:rPr>
              <a:t>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dimana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tangkapannya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C163B7-707A-B346-4437-F80B151DE7CA}"/>
              </a:ext>
            </a:extLst>
          </p:cNvPr>
          <p:cNvSpPr/>
          <p:nvPr/>
        </p:nvSpPr>
        <p:spPr>
          <a:xfrm>
            <a:off x="152400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D3FEA1-E6C2-50EB-4CB3-DF9F7FDFADDD}"/>
              </a:ext>
            </a:extLst>
          </p:cNvPr>
          <p:cNvSpPr/>
          <p:nvPr/>
        </p:nvSpPr>
        <p:spPr>
          <a:xfrm>
            <a:off x="3465286" y="6148089"/>
            <a:ext cx="2692400" cy="1697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Foto </a:t>
            </a:r>
            <a:r>
              <a:rPr lang="en-US" dirty="0" err="1">
                <a:solidFill>
                  <a:schemeClr val="tx1"/>
                </a:solidFill>
              </a:rPr>
              <a:t>Tangkapan</a:t>
            </a:r>
            <a:r>
              <a:rPr lang="en-US" dirty="0">
                <a:solidFill>
                  <a:schemeClr val="tx1"/>
                </a:solidFill>
              </a:rPr>
              <a:t> / Foto Preventive Action / Foto Corrective Action / Foto </a:t>
            </a:r>
            <a:r>
              <a:rPr lang="en-US" dirty="0" err="1">
                <a:solidFill>
                  <a:schemeClr val="tx1"/>
                </a:solidFill>
              </a:rPr>
              <a:t>Rekomendasi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082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7898130"/>
            <a:ext cx="10312400" cy="1474470"/>
          </a:xfrm>
          <a:custGeom>
            <a:avLst/>
            <a:gdLst/>
            <a:ahLst/>
            <a:cxnLst/>
            <a:rect l="l" t="t" r="r" b="b"/>
            <a:pathLst>
              <a:path w="10312400" h="1474470">
                <a:moveTo>
                  <a:pt x="10312400" y="0"/>
                </a:moveTo>
                <a:lnTo>
                  <a:pt x="0" y="0"/>
                </a:lnTo>
                <a:lnTo>
                  <a:pt x="0" y="1474088"/>
                </a:lnTo>
                <a:lnTo>
                  <a:pt x="10312400" y="1474088"/>
                </a:lnTo>
                <a:lnTo>
                  <a:pt x="10312400" y="0"/>
                </a:lnTo>
                <a:close/>
              </a:path>
            </a:pathLst>
          </a:custGeom>
          <a:solidFill>
            <a:srgbClr val="333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0008" y="7930718"/>
            <a:ext cx="482219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ts val="2815"/>
              </a:lnSpc>
              <a:spcBef>
                <a:spcPts val="100"/>
              </a:spcBef>
            </a:pP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PT.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FUMAKILLA</a:t>
            </a:r>
            <a:r>
              <a:rPr sz="2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INDONESIA</a:t>
            </a:r>
            <a:endParaRPr sz="2400">
              <a:latin typeface="Arial"/>
              <a:cs typeface="Arial"/>
            </a:endParaRPr>
          </a:p>
          <a:p>
            <a:pPr marL="2336165"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Pest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66370" marR="353060" indent="-116205">
              <a:lnSpc>
                <a:spcPts val="1870"/>
              </a:lnSpc>
              <a:spcBef>
                <a:spcPts val="1315"/>
              </a:spcBef>
            </a:pP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575" i="1" baseline="15873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i="1" spc="-15" baseline="158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floor,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CIBIS</a:t>
            </a:r>
            <a:r>
              <a:rPr sz="16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Calibri"/>
                <a:cs typeface="Calibri"/>
              </a:rPr>
              <a:t>Park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Cilandak,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Pasar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Minggu,</a:t>
            </a:r>
            <a:r>
              <a:rPr sz="16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r>
              <a:rPr sz="16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600" i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libri"/>
                <a:cs typeface="Calibri"/>
              </a:rPr>
              <a:t>Jakarta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5940" y="7086600"/>
            <a:ext cx="3578860" cy="2667000"/>
            <a:chOff x="9425940" y="7086600"/>
            <a:chExt cx="3578860" cy="2667000"/>
          </a:xfrm>
        </p:grpSpPr>
        <p:sp>
          <p:nvSpPr>
            <p:cNvPr id="6" name="object 6"/>
            <p:cNvSpPr/>
            <p:nvPr/>
          </p:nvSpPr>
          <p:spPr>
            <a:xfrm>
              <a:off x="9947275" y="8458200"/>
              <a:ext cx="365760" cy="838200"/>
            </a:xfrm>
            <a:custGeom>
              <a:avLst/>
              <a:gdLst/>
              <a:ahLst/>
              <a:cxnLst/>
              <a:rect l="l" t="t" r="r" b="b"/>
              <a:pathLst>
                <a:path w="365759" h="838200">
                  <a:moveTo>
                    <a:pt x="3651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65175" y="838200"/>
                  </a:lnTo>
                  <a:lnTo>
                    <a:pt x="365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940" y="7086600"/>
              <a:ext cx="3578352" cy="26669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940" y="7142606"/>
              <a:ext cx="3578352" cy="255498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-6350" y="447713"/>
            <a:ext cx="3390900" cy="1061085"/>
            <a:chOff x="-6350" y="447713"/>
            <a:chExt cx="3390900" cy="1061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800" y="519074"/>
              <a:ext cx="1216240" cy="7071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00" y="447713"/>
              <a:ext cx="1905000" cy="7591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3378200" y="0"/>
                  </a:moveTo>
                  <a:lnTo>
                    <a:pt x="0" y="0"/>
                  </a:lnTo>
                  <a:lnTo>
                    <a:pt x="0" y="1044663"/>
                  </a:lnTo>
                  <a:lnTo>
                    <a:pt x="3378200" y="1044663"/>
                  </a:lnTo>
                  <a:lnTo>
                    <a:pt x="337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57238"/>
              <a:ext cx="3378200" cy="1045210"/>
            </a:xfrm>
            <a:custGeom>
              <a:avLst/>
              <a:gdLst/>
              <a:ahLst/>
              <a:cxnLst/>
              <a:rect l="l" t="t" r="r" b="b"/>
              <a:pathLst>
                <a:path w="3378200" h="1045210">
                  <a:moveTo>
                    <a:pt x="0" y="1044663"/>
                  </a:moveTo>
                  <a:lnTo>
                    <a:pt x="3378200" y="1044663"/>
                  </a:lnTo>
                  <a:lnTo>
                    <a:pt x="3378200" y="0"/>
                  </a:lnTo>
                  <a:lnTo>
                    <a:pt x="0" y="0"/>
                  </a:lnTo>
                  <a:lnTo>
                    <a:pt x="0" y="104466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508" y="302370"/>
            <a:ext cx="13004800" cy="95513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683000" marR="5080" indent="-3670935" algn="ctr">
              <a:lnSpc>
                <a:spcPts val="7130"/>
              </a:lnSpc>
              <a:spcBef>
                <a:spcPts val="985"/>
              </a:spcBef>
            </a:pPr>
            <a:r>
              <a:rPr lang="en-US" sz="5000" spc="-515" dirty="0" err="1"/>
              <a:t>Rekomendasi</a:t>
            </a:r>
            <a:endParaRPr sz="50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964BEA0-B24B-D999-92CE-244F4B835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625422"/>
              </p:ext>
            </p:extLst>
          </p:nvPr>
        </p:nvGraphicFramePr>
        <p:xfrm>
          <a:off x="192314" y="1486573"/>
          <a:ext cx="12811976" cy="4188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086">
                  <a:extLst>
                    <a:ext uri="{9D8B030D-6E8A-4147-A177-3AD203B41FA5}">
                      <a16:colId xmlns:a16="http://schemas.microsoft.com/office/drawing/2014/main" val="216580746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5064502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55264325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5195775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1549024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8113608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53948567"/>
                    </a:ext>
                  </a:extLst>
                </a:gridCol>
                <a:gridCol w="1929890">
                  <a:extLst>
                    <a:ext uri="{9D8B030D-6E8A-4147-A177-3AD203B41FA5}">
                      <a16:colId xmlns:a16="http://schemas.microsoft.com/office/drawing/2014/main" val="923906808"/>
                    </a:ext>
                  </a:extLst>
                </a:gridCol>
              </a:tblGrid>
              <a:tr h="7232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Tanggal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Temuan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Potensi</a:t>
                      </a:r>
                      <a:r>
                        <a:rPr lang="en-US" dirty="0"/>
                        <a:t> Hama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Area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Rekomendasi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Dokumentasi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Tanggal</a:t>
                      </a:r>
                      <a:r>
                        <a:rPr lang="en-US" dirty="0"/>
                        <a:t> Closing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Dokumentasi</a:t>
                      </a:r>
                      <a:r>
                        <a:rPr lang="en-US" dirty="0"/>
                        <a:t> Closing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570301"/>
                  </a:ext>
                </a:extLst>
              </a:tr>
              <a:tr h="8504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 </a:t>
                      </a:r>
                      <a:r>
                        <a:rPr lang="en-US" dirty="0" err="1"/>
                        <a:t>Januari</a:t>
                      </a:r>
                      <a:r>
                        <a:rPr lang="en-US" dirty="0"/>
                        <a:t> 2026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Tikus</a:t>
                      </a:r>
                      <a:r>
                        <a:rPr lang="en-US" dirty="0"/>
                        <a:t> Atap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Gudang Raw Material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Terdapat</a:t>
                      </a:r>
                      <a:r>
                        <a:rPr lang="en-US" dirty="0"/>
                        <a:t> GAP pada </a:t>
                      </a:r>
                      <a:r>
                        <a:rPr lang="en-US" dirty="0" err="1"/>
                        <a:t>pintu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masuk</a:t>
                      </a:r>
                      <a:r>
                        <a:rPr lang="en-US" dirty="0"/>
                        <a:t> loading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 </a:t>
                      </a:r>
                      <a:r>
                        <a:rPr lang="en-US" dirty="0" err="1"/>
                        <a:t>Februari</a:t>
                      </a:r>
                      <a:r>
                        <a:rPr lang="en-US" dirty="0"/>
                        <a:t> 2026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315718"/>
                  </a:ext>
                </a:extLst>
              </a:tr>
              <a:tr h="850443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940125"/>
                  </a:ext>
                </a:extLst>
              </a:tr>
              <a:tr h="850443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138137"/>
                  </a:ext>
                </a:extLst>
              </a:tr>
              <a:tr h="850443"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34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11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0428" y="4450841"/>
            <a:ext cx="29032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54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400" spc="-2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8734" y="5672785"/>
            <a:ext cx="6426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FFFFFF"/>
                </a:solidFill>
                <a:latin typeface="Yu Gothic"/>
                <a:cs typeface="Yu Gothic"/>
              </a:rPr>
              <a:t>どうもありがとうございました</a:t>
            </a:r>
            <a:endParaRPr sz="36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Words>789</Words>
  <Application>Microsoft Office PowerPoint</Application>
  <PresentationFormat>Custom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Yu Gothic</vt:lpstr>
      <vt:lpstr>Arial</vt:lpstr>
      <vt:lpstr>Arial MT</vt:lpstr>
      <vt:lpstr>Calibri</vt:lpstr>
      <vt:lpstr>Constantia</vt:lpstr>
      <vt:lpstr>Verdana</vt:lpstr>
      <vt:lpstr>Office Theme</vt:lpstr>
      <vt:lpstr>PEST CONTROL REPORT</vt:lpstr>
      <vt:lpstr>Rodent Control</vt:lpstr>
      <vt:lpstr>Shrew Control</vt:lpstr>
      <vt:lpstr>Flies Control</vt:lpstr>
      <vt:lpstr>Cat Control</vt:lpstr>
      <vt:lpstr>Crawling Pest Control</vt:lpstr>
      <vt:lpstr>Snake Control</vt:lpstr>
      <vt:lpstr>Rekomendasi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 Pest Control Quotation</dc:title>
  <dc:creator>リンラ</dc:creator>
  <cp:lastModifiedBy>QCPC</cp:lastModifiedBy>
  <cp:revision>21</cp:revision>
  <dcterms:created xsi:type="dcterms:W3CDTF">2026-02-12T17:59:34Z</dcterms:created>
  <dcterms:modified xsi:type="dcterms:W3CDTF">2026-06-02T08:01:39Z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2026-02-12T00:00:00Z</vt:filetime>
  </property>
  <property fmtid="{D5CDD505-2E9C-101B-9397-08002B2CF9AE}" pid="5" name="Producer">
    <vt:lpwstr>Microsoft® PowerPoint® 2021</vt:lpwstr>
  </property>
</Properties>
</file>